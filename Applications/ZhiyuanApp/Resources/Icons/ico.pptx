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3128"/>
    <a:srgbClr val="2D4452"/>
    <a:srgbClr val="F475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90" y="8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66214-97BA-3A93-972F-1E4DE5969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873DAA-165A-3926-231D-32CDF37C1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D4198E-F4A6-9856-C0CE-2C42B7B71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6B4A42-324C-8561-5DE2-9A80747C2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2D5CF-665C-4E4F-33FB-2B23031D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133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C4203-CC62-109A-8DBD-8F5A4893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A555D5-E3AB-0DB5-4171-5E274BC4A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17A5D7-3B49-D777-8DA6-C29175F9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8EEE57-0EEA-231C-CBF6-E3780718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01E072-EF6D-781A-0F17-2B470741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585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9A5B9-E029-085E-3DE5-022134592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C24139-33AB-EA8A-D94D-CC2C139BB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CA8BF5-2E10-79C1-0234-DF58E9C6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0403C-94DB-BB12-E528-831F9A801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AA1B11-6B3A-FD3F-30B7-2664B808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495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38EC0-682C-0420-FF1C-7860C025E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8A5440-6EEC-ECA2-A18A-8923681EE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3E107B-027E-FD5C-2CDF-AF64F3C62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89C85-573F-565B-C8F7-B70A9E8E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9860D0-756E-F550-AFB6-1212E7A55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66C585-6557-E608-C6DE-EA87B31E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122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5279C-8B83-274D-F3D3-610B1E31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08AE61-121E-CF2E-5E49-BA882E6B6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64548E-D50F-2769-61DA-0224A3345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F74C91-4852-A010-874A-B36A267AF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7F6818-D489-DD4E-A098-401BC926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7D31EE-B0A7-7DA2-CAB5-BABB3FBB4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7A087F-6941-1E79-5462-414220C3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862411-A2BC-ADE9-A9C2-D0A5EA11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60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D29DA-D8F9-94DE-1778-EF2B3DFA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9CB80-9B02-724C-64B6-8752B70C6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B8414C-CE59-F0D1-F8E7-9ADE5B523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8ABC1C-61E5-A1D2-7351-FEDB74D8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73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594AC5-943B-187A-D289-18E733F3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5BA02D-DC92-63E5-F9ED-7F71EAB9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70FEE4-8322-4BD8-F990-6B6EFD98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333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E5DCC-5DEC-6C70-C105-88668C56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BED15-C95A-3395-3EE2-4E9019FA7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9BD4A6-279F-6127-53B4-9671EF97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D37665-4DFF-0579-3DBB-BC3C4C5A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5B6566-9FD3-2202-F2C1-557AFFDE3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5961CC-9974-A470-E921-E149FE1D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36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6A4D7-A39A-DD4B-E100-C461680E6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627405-6E50-105E-A0AA-9904D7F59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1C0BA3-659F-EABE-4A5A-203517FC5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311869-9B35-E689-35CB-748BFD96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DCCFDC-77CB-66D8-2920-46191D95B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9E4073-2890-5DD5-3180-BEC71050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15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514C1-0894-3A6B-F441-846042B9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3E0DDE-EAD0-7462-8911-25C8CC013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A98206-49EE-993E-1355-49AB0380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5BC7F-D3EC-7E1B-02A5-82DD7A69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781B64-B76D-DB89-5CFE-D55F734F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492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E7CCB2-5B63-25E8-A7B0-82953B489F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03C7CD-EEDE-C20E-8274-F7F3A1B6D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E5F59-FF9D-F627-C729-AAB5DF23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E7254E-7D8F-A2AB-3548-FFCD9C13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3B1B03-2633-2904-9AF0-714034FC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75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28F80A-C8D5-AFD7-F250-B33621E09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1F4E4A-60EB-1BC5-7141-F427F771B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F8E8B1-0C7D-D1DC-A529-A4416115C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65C02-A4FE-4E23-8C75-BF2E726DF09C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E15AC0-313B-C42A-B410-A37011184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05E32B-39B6-6BC9-89F7-69B5E798D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16F87-CFB1-483D-846B-DA7274AF1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3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6DDDCAE5-C01B-F44E-9E14-15C96FC3A93B}"/>
              </a:ext>
            </a:extLst>
          </p:cNvPr>
          <p:cNvGrpSpPr/>
          <p:nvPr/>
        </p:nvGrpSpPr>
        <p:grpSpPr>
          <a:xfrm>
            <a:off x="944242" y="231927"/>
            <a:ext cx="7866838" cy="6511029"/>
            <a:chOff x="696592" y="606577"/>
            <a:chExt cx="7866838" cy="651102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3DA4BB5-C7CF-7288-6DE0-E5D829D76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03" t="1111" r="25215" b="14974"/>
            <a:stretch>
              <a:fillRect/>
            </a:stretch>
          </p:blipFill>
          <p:spPr>
            <a:xfrm>
              <a:off x="2148114" y="1362693"/>
              <a:ext cx="6386287" cy="575491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2783125-01A6-28A6-C084-06DB3261A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04" t="38985" r="6873" b="42634"/>
            <a:stretch>
              <a:fillRect/>
            </a:stretch>
          </p:blipFill>
          <p:spPr>
            <a:xfrm>
              <a:off x="5595259" y="4255463"/>
              <a:ext cx="2968171" cy="84542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F072658-191D-34F1-EEB7-F49585F84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846" t="58307" r="24251" b="33651"/>
            <a:stretch>
              <a:fillRect/>
            </a:stretch>
          </p:blipFill>
          <p:spPr>
            <a:xfrm>
              <a:off x="5566230" y="5204076"/>
              <a:ext cx="2968171" cy="63904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37BF82D-40AD-4148-6BC5-A24C97A8D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32" t="58834" r="8307" b="34603"/>
            <a:stretch>
              <a:fillRect/>
            </a:stretch>
          </p:blipFill>
          <p:spPr>
            <a:xfrm>
              <a:off x="5537202" y="5843116"/>
              <a:ext cx="1973943" cy="551281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3F21F2A-4C95-9AD3-59A6-FE588FC01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593" b="76481" l="18889" r="68519">
                          <a14:foregroundMark x1="64444" y1="7593" x2="64444" y2="7593"/>
                          <a14:backgroundMark x1="25185" y1="39444" x2="34691" y2="64444"/>
                          <a14:backgroundMark x1="42840" y1="53333" x2="27778" y2="62407"/>
                          <a14:backgroundMark x1="33580" y1="71852" x2="27901" y2="69259"/>
                          <a14:backgroundMark x1="27901" y1="69259" x2="22963" y2="46111"/>
                          <a14:backgroundMark x1="22963" y1="46111" x2="23333" y2="39074"/>
                          <a14:backgroundMark x1="34691" y1="33704" x2="25062" y2="42407"/>
                          <a14:backgroundMark x1="38148" y1="38889" x2="32963" y2="4555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03" t="1111" r="25215" b="14974"/>
            <a:stretch>
              <a:fillRect/>
            </a:stretch>
          </p:blipFill>
          <p:spPr>
            <a:xfrm rot="20021284">
              <a:off x="696592" y="606577"/>
              <a:ext cx="6001848" cy="5408481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55C3F558-3661-311F-F432-72A24BC8F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593" b="76481" l="18889" r="68519">
                          <a14:foregroundMark x1="64444" y1="7593" x2="64444" y2="7593"/>
                          <a14:backgroundMark x1="25185" y1="39444" x2="34691" y2="64444"/>
                          <a14:backgroundMark x1="42840" y1="53333" x2="27778" y2="62407"/>
                          <a14:backgroundMark x1="33580" y1="71852" x2="27901" y2="69259"/>
                          <a14:backgroundMark x1="27901" y1="69259" x2="22963" y2="46111"/>
                          <a14:backgroundMark x1="22963" y1="46111" x2="23333" y2="39074"/>
                          <a14:backgroundMark x1="34691" y1="33704" x2="25062" y2="42407"/>
                          <a14:backgroundMark x1="38148" y1="38889" x2="32963" y2="4555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03" t="1111" r="25215" b="14974"/>
            <a:stretch>
              <a:fillRect/>
            </a:stretch>
          </p:blipFill>
          <p:spPr>
            <a:xfrm rot="21073486">
              <a:off x="1888841" y="1085384"/>
              <a:ext cx="6001848" cy="5408481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2E39C254-495D-D7C7-83F9-431F83109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593" b="76481" l="18889" r="68519">
                          <a14:foregroundMark x1="64444" y1="7593" x2="64444" y2="7593"/>
                          <a14:backgroundMark x1="25185" y1="39444" x2="34691" y2="64444"/>
                          <a14:backgroundMark x1="42840" y1="53333" x2="27778" y2="62407"/>
                          <a14:backgroundMark x1="33580" y1="71852" x2="27901" y2="69259"/>
                          <a14:backgroundMark x1="27901" y1="69259" x2="22963" y2="46111"/>
                          <a14:backgroundMark x1="22963" y1="46111" x2="23333" y2="39074"/>
                          <a14:backgroundMark x1="34691" y1="33704" x2="25062" y2="42407"/>
                          <a14:backgroundMark x1="38148" y1="38889" x2="32963" y2="4555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03" t="1111" r="25215" b="14974"/>
            <a:stretch>
              <a:fillRect/>
            </a:stretch>
          </p:blipFill>
          <p:spPr>
            <a:xfrm rot="20548592">
              <a:off x="1325007" y="707203"/>
              <a:ext cx="6001848" cy="5408481"/>
            </a:xfrm>
            <a:prstGeom prst="rect">
              <a:avLst/>
            </a:prstGeom>
          </p:spPr>
        </p:pic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FC3D917C-CB41-8E87-7AD6-CA0C28DAD3F1}"/>
                </a:ext>
              </a:extLst>
            </p:cNvPr>
            <p:cNvSpPr/>
            <p:nvPr/>
          </p:nvSpPr>
          <p:spPr>
            <a:xfrm rot="17394423">
              <a:off x="3076124" y="4524909"/>
              <a:ext cx="346653" cy="108480"/>
            </a:xfrm>
            <a:prstGeom prst="roundRect">
              <a:avLst>
                <a:gd name="adj" fmla="val 8095"/>
              </a:avLst>
            </a:prstGeom>
            <a:solidFill>
              <a:srgbClr val="F47507"/>
            </a:solidFill>
            <a:ln w="57150">
              <a:solidFill>
                <a:srgbClr val="2D445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66DDE50-4FC6-7415-AC62-D945DCF340FD}"/>
                </a:ext>
              </a:extLst>
            </p:cNvPr>
            <p:cNvGrpSpPr/>
            <p:nvPr/>
          </p:nvGrpSpPr>
          <p:grpSpPr>
            <a:xfrm>
              <a:off x="3221785" y="4384260"/>
              <a:ext cx="538783" cy="1121858"/>
              <a:chOff x="3215881" y="4405822"/>
              <a:chExt cx="538783" cy="1121858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62CD560D-34CC-E977-7810-E0312ACA6829}"/>
                  </a:ext>
                </a:extLst>
              </p:cNvPr>
              <p:cNvSpPr/>
              <p:nvPr/>
            </p:nvSpPr>
            <p:spPr>
              <a:xfrm rot="17918619">
                <a:off x="3527097" y="4524909"/>
                <a:ext cx="346653" cy="108480"/>
              </a:xfrm>
              <a:prstGeom prst="roundRect">
                <a:avLst>
                  <a:gd name="adj" fmla="val 8095"/>
                </a:avLst>
              </a:prstGeom>
              <a:solidFill>
                <a:srgbClr val="F47507"/>
              </a:solidFill>
              <a:ln w="57150">
                <a:solidFill>
                  <a:srgbClr val="2D445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5CCFEEED-1BF5-B0F0-92A4-B5A7D2A84224}"/>
                  </a:ext>
                </a:extLst>
              </p:cNvPr>
              <p:cNvSpPr/>
              <p:nvPr/>
            </p:nvSpPr>
            <p:spPr>
              <a:xfrm rot="17918619">
                <a:off x="3316828" y="4909200"/>
                <a:ext cx="346653" cy="108480"/>
              </a:xfrm>
              <a:prstGeom prst="roundRect">
                <a:avLst>
                  <a:gd name="adj" fmla="val 8095"/>
                </a:avLst>
              </a:prstGeom>
              <a:solidFill>
                <a:srgbClr val="F47507"/>
              </a:solidFill>
              <a:ln w="57150">
                <a:solidFill>
                  <a:srgbClr val="2D445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E1F1BC65-DB80-F8EF-5338-CDA288744C27}"/>
                  </a:ext>
                </a:extLst>
              </p:cNvPr>
              <p:cNvSpPr/>
              <p:nvPr/>
            </p:nvSpPr>
            <p:spPr>
              <a:xfrm rot="17918619">
                <a:off x="3096794" y="5300114"/>
                <a:ext cx="346653" cy="108480"/>
              </a:xfrm>
              <a:prstGeom prst="roundRect">
                <a:avLst>
                  <a:gd name="adj" fmla="val 8095"/>
                </a:avLst>
              </a:prstGeom>
              <a:solidFill>
                <a:srgbClr val="F47507"/>
              </a:solidFill>
              <a:ln w="57150">
                <a:solidFill>
                  <a:srgbClr val="2D445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BF638067-BE6C-62B5-7DA3-0DC07B6C56C0}"/>
                </a:ext>
              </a:extLst>
            </p:cNvPr>
            <p:cNvGrpSpPr/>
            <p:nvPr/>
          </p:nvGrpSpPr>
          <p:grpSpPr>
            <a:xfrm rot="567958">
              <a:off x="3559265" y="4580627"/>
              <a:ext cx="538783" cy="1121858"/>
              <a:chOff x="3215881" y="4405822"/>
              <a:chExt cx="538783" cy="1121858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0FE18260-D411-7FC8-8250-4E2DFFC27DA9}"/>
                  </a:ext>
                </a:extLst>
              </p:cNvPr>
              <p:cNvSpPr/>
              <p:nvPr/>
            </p:nvSpPr>
            <p:spPr>
              <a:xfrm rot="17918619">
                <a:off x="3527097" y="4524909"/>
                <a:ext cx="346653" cy="108480"/>
              </a:xfrm>
              <a:prstGeom prst="roundRect">
                <a:avLst>
                  <a:gd name="adj" fmla="val 8095"/>
                </a:avLst>
              </a:prstGeom>
              <a:solidFill>
                <a:srgbClr val="F47507"/>
              </a:solidFill>
              <a:ln w="57150">
                <a:solidFill>
                  <a:srgbClr val="2D445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972E54A4-6DD8-09A9-4D9C-13C668F4A4BA}"/>
                  </a:ext>
                </a:extLst>
              </p:cNvPr>
              <p:cNvSpPr/>
              <p:nvPr/>
            </p:nvSpPr>
            <p:spPr>
              <a:xfrm rot="17918619">
                <a:off x="3316828" y="4909200"/>
                <a:ext cx="346653" cy="108480"/>
              </a:xfrm>
              <a:prstGeom prst="roundRect">
                <a:avLst>
                  <a:gd name="adj" fmla="val 8095"/>
                </a:avLst>
              </a:prstGeom>
              <a:solidFill>
                <a:srgbClr val="F47507"/>
              </a:solidFill>
              <a:ln w="57150">
                <a:solidFill>
                  <a:srgbClr val="2D445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C8CB7491-FC71-9C61-ED5A-88DCEE4FF98D}"/>
                  </a:ext>
                </a:extLst>
              </p:cNvPr>
              <p:cNvSpPr/>
              <p:nvPr/>
            </p:nvSpPr>
            <p:spPr>
              <a:xfrm rot="17918619">
                <a:off x="3096794" y="5300114"/>
                <a:ext cx="346653" cy="108480"/>
              </a:xfrm>
              <a:prstGeom prst="roundRect">
                <a:avLst>
                  <a:gd name="adj" fmla="val 8095"/>
                </a:avLst>
              </a:prstGeom>
              <a:solidFill>
                <a:srgbClr val="F47507"/>
              </a:solidFill>
              <a:ln w="57150">
                <a:solidFill>
                  <a:srgbClr val="2D445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E11444F-8595-5E48-2B6B-135EC5C1981A}"/>
                </a:ext>
              </a:extLst>
            </p:cNvPr>
            <p:cNvGrpSpPr/>
            <p:nvPr/>
          </p:nvGrpSpPr>
          <p:grpSpPr>
            <a:xfrm rot="991398">
              <a:off x="3738427" y="4962666"/>
              <a:ext cx="538783" cy="1121858"/>
              <a:chOff x="3215881" y="4405822"/>
              <a:chExt cx="538783" cy="112185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A0525D89-C536-8F61-BD1C-C3EE781F4FEA}"/>
                  </a:ext>
                </a:extLst>
              </p:cNvPr>
              <p:cNvSpPr/>
              <p:nvPr/>
            </p:nvSpPr>
            <p:spPr>
              <a:xfrm rot="17918619">
                <a:off x="3527097" y="4524909"/>
                <a:ext cx="346653" cy="108480"/>
              </a:xfrm>
              <a:prstGeom prst="roundRect">
                <a:avLst>
                  <a:gd name="adj" fmla="val 8095"/>
                </a:avLst>
              </a:prstGeom>
              <a:solidFill>
                <a:srgbClr val="F47507"/>
              </a:solidFill>
              <a:ln w="57150">
                <a:solidFill>
                  <a:srgbClr val="2D445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76033070-ED0D-B6DE-EC5E-7CB08B6FFCE1}"/>
                  </a:ext>
                </a:extLst>
              </p:cNvPr>
              <p:cNvSpPr/>
              <p:nvPr/>
            </p:nvSpPr>
            <p:spPr>
              <a:xfrm rot="17918619">
                <a:off x="3316828" y="4909200"/>
                <a:ext cx="346653" cy="108480"/>
              </a:xfrm>
              <a:prstGeom prst="roundRect">
                <a:avLst>
                  <a:gd name="adj" fmla="val 8095"/>
                </a:avLst>
              </a:prstGeom>
              <a:solidFill>
                <a:srgbClr val="F47507"/>
              </a:solidFill>
              <a:ln w="57150">
                <a:solidFill>
                  <a:srgbClr val="2D445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85CBE5F6-B686-E9DE-66DC-4C8278AAA273}"/>
                  </a:ext>
                </a:extLst>
              </p:cNvPr>
              <p:cNvSpPr/>
              <p:nvPr/>
            </p:nvSpPr>
            <p:spPr>
              <a:xfrm rot="17918619">
                <a:off x="3096794" y="5300114"/>
                <a:ext cx="346653" cy="108480"/>
              </a:xfrm>
              <a:prstGeom prst="roundRect">
                <a:avLst>
                  <a:gd name="adj" fmla="val 8095"/>
                </a:avLst>
              </a:prstGeom>
              <a:solidFill>
                <a:srgbClr val="F47507"/>
              </a:solidFill>
              <a:ln w="57150">
                <a:solidFill>
                  <a:srgbClr val="2D445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55696F03-8381-E0A4-7CC0-6E180833AC0D}"/>
                </a:ext>
              </a:extLst>
            </p:cNvPr>
            <p:cNvSpPr/>
            <p:nvPr/>
          </p:nvSpPr>
          <p:spPr>
            <a:xfrm rot="17394423">
              <a:off x="2914670" y="4968398"/>
              <a:ext cx="346653" cy="108480"/>
            </a:xfrm>
            <a:prstGeom prst="roundRect">
              <a:avLst>
                <a:gd name="adj" fmla="val 8095"/>
              </a:avLst>
            </a:prstGeom>
            <a:solidFill>
              <a:srgbClr val="F47507"/>
            </a:solidFill>
            <a:ln w="57150">
              <a:solidFill>
                <a:srgbClr val="2D445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0549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1EC122A-729C-7B95-EE6E-4D94B00F26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74" t="7779" r="-572" b="5925"/>
          <a:stretch>
            <a:fillRect/>
          </a:stretch>
        </p:blipFill>
        <p:spPr>
          <a:xfrm>
            <a:off x="2438400" y="82550"/>
            <a:ext cx="6134100" cy="59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8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1D17-A886-DFF6-4AD9-63877B2C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105D833-0344-FE58-70CA-C69C6E7FC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16" b="83887" l="20117" r="67513">
                        <a14:foregroundMark x1="37240" y1="6738" x2="37240" y2="6738"/>
                        <a14:foregroundMark x1="44857" y1="6445" x2="44857" y2="6445"/>
                        <a14:foregroundMark x1="37370" y1="3613" x2="37370" y2="3613"/>
                        <a14:foregroundMark x1="22461" y1="62305" x2="22461" y2="62305"/>
                        <a14:foregroundMark x1="34245" y1="83887" x2="34310" y2="83887"/>
                        <a14:foregroundMark x1="20247" y1="60059" x2="20247" y2="60059"/>
                        <a14:backgroundMark x1="53776" y1="54883" x2="49219" y2="85059"/>
                        <a14:backgroundMark x1="49219" y1="85059" x2="49219" y2="85059"/>
                        <a14:backgroundMark x1="48698" y1="54199" x2="45052" y2="65137"/>
                        <a14:backgroundMark x1="45052" y1="65137" x2="46745" y2="79102"/>
                        <a14:backgroundMark x1="46745" y1="79102" x2="53060" y2="85938"/>
                        <a14:backgroundMark x1="53060" y1="85938" x2="64128" y2="80859"/>
                        <a14:backgroundMark x1="64128" y1="80859" x2="68815" y2="69531"/>
                        <a14:backgroundMark x1="68815" y1="69531" x2="68294" y2="60156"/>
                        <a14:backgroundMark x1="68294" y1="60156" x2="48698" y2="53906"/>
                        <a14:backgroundMark x1="47005" y1="72168" x2="63346" y2="71094"/>
                        <a14:backgroundMark x1="63346" y1="71094" x2="64844" y2="71094"/>
                        <a14:backgroundMark x1="66602" y1="71094" x2="55208" y2="80566"/>
                        <a14:backgroundMark x1="55208" y1="80566" x2="54167" y2="81152"/>
                        <a14:backgroundMark x1="59570" y1="81152" x2="54622" y2="76563"/>
                        <a14:backgroundMark x1="54622" y1="76563" x2="58659" y2="65430"/>
                        <a14:backgroundMark x1="58659" y1="65430" x2="63542" y2="63086"/>
                        <a14:backgroundMark x1="63542" y1="63086" x2="67253" y2="58887"/>
                        <a14:backgroundMark x1="67253" y1="58887" x2="67253" y2="60449"/>
                        <a14:backgroundMark x1="66081" y1="62598" x2="56901" y2="62988"/>
                        <a14:backgroundMark x1="56901" y1="62988" x2="55990" y2="63867"/>
                        <a14:backgroundMark x1="50260" y1="56934" x2="49740" y2="66211"/>
                      </a14:backgroundRemoval>
                    </a14:imgEffect>
                  </a14:imgLayer>
                </a14:imgProps>
              </a:ext>
            </a:extLst>
          </a:blip>
          <a:srcRect l="17971" t="1427" r="35445" b="12647"/>
          <a:stretch>
            <a:fillRect/>
          </a:stretch>
        </p:blipFill>
        <p:spPr>
          <a:xfrm>
            <a:off x="2709334" y="474133"/>
            <a:ext cx="5569186" cy="553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4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4DCF581A-C16C-2AB4-7401-22ADFD19711A}"/>
              </a:ext>
            </a:extLst>
          </p:cNvPr>
          <p:cNvGrpSpPr/>
          <p:nvPr/>
        </p:nvGrpSpPr>
        <p:grpSpPr>
          <a:xfrm>
            <a:off x="2882430" y="474133"/>
            <a:ext cx="6030251" cy="5545614"/>
            <a:chOff x="2882430" y="474133"/>
            <a:chExt cx="6030251" cy="554561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970F58F-B7D2-8682-B3E1-231437ACE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516" b="83887" l="20117" r="67513">
                          <a14:foregroundMark x1="37240" y1="6738" x2="37240" y2="6738"/>
                          <a14:foregroundMark x1="44857" y1="6445" x2="44857" y2="6445"/>
                          <a14:foregroundMark x1="37370" y1="3613" x2="37370" y2="3613"/>
                          <a14:foregroundMark x1="22461" y1="62305" x2="22461" y2="62305"/>
                          <a14:foregroundMark x1="34245" y1="83887" x2="34310" y2="83887"/>
                          <a14:foregroundMark x1="20247" y1="60059" x2="20247" y2="60059"/>
                          <a14:backgroundMark x1="53776" y1="54883" x2="49219" y2="85059"/>
                          <a14:backgroundMark x1="49219" y1="85059" x2="49219" y2="85059"/>
                          <a14:backgroundMark x1="48698" y1="54199" x2="45052" y2="65137"/>
                          <a14:backgroundMark x1="45052" y1="65137" x2="46745" y2="79102"/>
                          <a14:backgroundMark x1="46745" y1="79102" x2="53060" y2="85938"/>
                          <a14:backgroundMark x1="53060" y1="85938" x2="64128" y2="80859"/>
                          <a14:backgroundMark x1="64128" y1="80859" x2="68815" y2="69531"/>
                          <a14:backgroundMark x1="68815" y1="69531" x2="68294" y2="60156"/>
                          <a14:backgroundMark x1="68294" y1="60156" x2="48698" y2="53906"/>
                          <a14:backgroundMark x1="47005" y1="72168" x2="63346" y2="71094"/>
                          <a14:backgroundMark x1="63346" y1="71094" x2="64844" y2="71094"/>
                          <a14:backgroundMark x1="66602" y1="71094" x2="55208" y2="80566"/>
                          <a14:backgroundMark x1="55208" y1="80566" x2="54167" y2="81152"/>
                          <a14:backgroundMark x1="59570" y1="81152" x2="54622" y2="76563"/>
                          <a14:backgroundMark x1="54622" y1="76563" x2="58659" y2="65430"/>
                          <a14:backgroundMark x1="58659" y1="65430" x2="63542" y2="63086"/>
                          <a14:backgroundMark x1="63542" y1="63086" x2="67253" y2="58887"/>
                          <a14:backgroundMark x1="67253" y1="58887" x2="67253" y2="60449"/>
                          <a14:backgroundMark x1="66081" y1="62598" x2="56901" y2="62988"/>
                          <a14:backgroundMark x1="56901" y1="62988" x2="55990" y2="63867"/>
                          <a14:backgroundMark x1="50260" y1="56934" x2="49740" y2="66211"/>
                        </a14:backgroundRemoval>
                      </a14:imgEffect>
                    </a14:imgLayer>
                  </a14:imgProps>
                </a:ext>
              </a:extLst>
            </a:blip>
            <a:srcRect l="19419" t="1427" r="30796" b="12647"/>
            <a:stretch>
              <a:fillRect/>
            </a:stretch>
          </p:blipFill>
          <p:spPr>
            <a:xfrm>
              <a:off x="2882430" y="474133"/>
              <a:ext cx="5951898" cy="5531556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FAB45AC-70FE-D823-3264-972B06719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04" t="38985" r="6873" b="42634"/>
            <a:stretch>
              <a:fillRect/>
            </a:stretch>
          </p:blipFill>
          <p:spPr>
            <a:xfrm>
              <a:off x="5944510" y="3880813"/>
              <a:ext cx="2968171" cy="84542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56786D9-863E-9BCD-9293-F3F7D680F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846" t="58307" r="24251" b="33651"/>
            <a:stretch>
              <a:fillRect/>
            </a:stretch>
          </p:blipFill>
          <p:spPr>
            <a:xfrm>
              <a:off x="5915481" y="4829426"/>
              <a:ext cx="2968171" cy="63904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80190B0-3389-9142-F66A-76773171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32" t="58834" r="8307" b="34603"/>
            <a:stretch>
              <a:fillRect/>
            </a:stretch>
          </p:blipFill>
          <p:spPr>
            <a:xfrm>
              <a:off x="5886453" y="5468466"/>
              <a:ext cx="1973943" cy="5512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898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1084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海涛 李</dc:creator>
  <cp:lastModifiedBy>海涛 李</cp:lastModifiedBy>
  <cp:revision>2</cp:revision>
  <dcterms:created xsi:type="dcterms:W3CDTF">2025-07-09T06:11:08Z</dcterms:created>
  <dcterms:modified xsi:type="dcterms:W3CDTF">2025-07-10T03:20:20Z</dcterms:modified>
</cp:coreProperties>
</file>